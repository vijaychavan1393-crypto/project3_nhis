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Data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on Retail Dataset</a:t>
            </a:r>
          </a:p>
          <a:p/>
          <a:p>
            <a:r>
              <a:t>Tools</a:t>
            </a:r>
            <a:r>
              <a:rPr lang="en-IN"/>
              <a:t> Used</a:t>
            </a:r>
            <a:r>
              <a:t>: Python, Pandas, Seaborn,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Understand dataset structure</a:t>
            </a:r>
          </a:p>
          <a:p>
            <a:r>
              <a:t> Perform data cleaning</a:t>
            </a:r>
          </a:p>
          <a:p>
            <a:r>
              <a:t> Analyze trends</a:t>
            </a:r>
          </a:p>
          <a:p>
            <a:r>
              <a:t> Detect outliers</a:t>
            </a:r>
          </a:p>
          <a:p>
            <a:r>
              <a:t> Visualize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Large retail dataset</a:t>
            </a:r>
          </a:p>
          <a:p>
            <a:r>
              <a:t> Features: age, product_price, quantity, discount, etc.</a:t>
            </a:r>
          </a:p>
          <a:p>
            <a:r>
              <a:t> Includes categorical &amp; numerical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Removed duplicates</a:t>
            </a:r>
          </a:p>
          <a:p>
            <a:r>
              <a:t> Handled missing values</a:t>
            </a:r>
          </a:p>
          <a:p>
            <a:r>
              <a:t> Converted data types</a:t>
            </a:r>
          </a:p>
          <a:p>
            <a:r>
              <a:t> Checked data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Mean, Median, Std, Variance</a:t>
            </a:r>
          </a:p>
          <a:p>
            <a:r>
              <a:t> Skewness &amp; Kurtosis</a:t>
            </a:r>
          </a:p>
          <a:p>
            <a:r>
              <a:t> Distribution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Histograms for distribution</a:t>
            </a:r>
          </a:p>
          <a:p>
            <a:r>
              <a:t> Boxplots for outliers</a:t>
            </a:r>
          </a:p>
          <a:p>
            <a:r>
              <a:t> Bar charts for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Used IQR method</a:t>
            </a:r>
          </a:p>
          <a:p>
            <a:r>
              <a:t> Identified extreme values in age &amp; product_price</a:t>
            </a:r>
          </a:p>
          <a:p>
            <a:r>
              <a:t> Improved data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Age mostly within normal range</a:t>
            </a:r>
          </a:p>
          <a:p>
            <a:r>
              <a:t> Product prices show high variation</a:t>
            </a:r>
          </a:p>
          <a:p>
            <a:r>
              <a:t> Certain categories dominate sales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Dataset cleaned and analyzed</a:t>
            </a:r>
          </a:p>
          <a:p>
            <a:r>
              <a:t> Insights extracted using EDA</a:t>
            </a:r>
          </a:p>
          <a:p>
            <a:r>
              <a:t> Visualization helped in understanding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Apply Machine Learning</a:t>
            </a:r>
          </a:p>
          <a:p>
            <a:r>
              <a:t> Predict customer behavior</a:t>
            </a:r>
          </a:p>
          <a:p>
            <a:r>
              <a:t> Improve business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WPS Presentation</Application>
  <PresentationFormat>On-screen Show (4:3)</PresentationFormat>
  <Paragraphs>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Retail Data Analysis Project</vt:lpstr>
      <vt:lpstr>Objective</vt:lpstr>
      <vt:lpstr>Dataset Overview</vt:lpstr>
      <vt:lpstr>Data Cleaning</vt:lpstr>
      <vt:lpstr>Statistical Analysis</vt:lpstr>
      <vt:lpstr>Visualization</vt:lpstr>
      <vt:lpstr>Outlier Detection</vt:lpstr>
      <vt:lpstr>Key Insights</vt:lpstr>
      <vt:lpstr>Conclusion</vt:lpstr>
      <vt:lpstr>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Vijay Chavan</cp:lastModifiedBy>
  <cp:revision>2</cp:revision>
  <dcterms:created xsi:type="dcterms:W3CDTF">2013-01-27T09:14:00Z</dcterms:created>
  <dcterms:modified xsi:type="dcterms:W3CDTF">2026-03-20T02:50:24Z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2CD3BAB4D74A4B68BDD9FBCBD5D6D7A2_12</vt:lpwstr>
  </property>
  <property fmtid="{D5CDD505-2E9C-101B-9397-08002B2CF9AE}" pid="3" name="KSOProductBuildVer">
    <vt:lpwstr>1033-12.2.0.23196</vt:lpwstr>
  </property>
</Properties>
</file>